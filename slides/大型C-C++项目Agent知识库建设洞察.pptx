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_PRE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大型 C/C++ 项目 Agent 知识库建设洞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案例一：OpenHands｜分层知识与渐进式披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案例二：Cline｜规则分片与知识路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案例三：Dify｜根规则路由 + 子系统自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方法一：LLM Wiki｜把原始资料编译为可复用知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方法二：RAG 知识图谱｜从相似内容走向关系路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方法三：向量数据库｜语义召回的高性能索引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三类方法对比｜不是三选一，而是上下游组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目标架构｜治理、检索、代码智能与 Agent 闭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落地方案｜知识、检索、代码图、Agent 四条链协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落地节奏｜以可评测增益驱动能力演进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83680"/>
            <a:ext cx="27432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大型 C/C++ 项目 Agent 知识库建设洞察</dc:title>
  <dc:subject>大型 C/C++ 项目 Agent 知识库建设方案</dc:subject>
  <dc:creator>Cursor</dc:creator>
  <cp:lastModifiedBy>Cursor</cp:lastModifiedBy>
  <cp:revision>1</cp:revision>
  <dcterms:created xsi:type="dcterms:W3CDTF">2026-07-15T03:41:05Z</dcterms:created>
  <dcterms:modified xsi:type="dcterms:W3CDTF">2026-07-15T03:41:05Z</dcterms:modified>
</cp:coreProperties>
</file>