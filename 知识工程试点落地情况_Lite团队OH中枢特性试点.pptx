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微软雅黑"/>
                <a:ea typeface="微软雅黑"/>
              </a:rPr>
              <a:t>知识工程试点落地情况 —— Lite团队OH中枢特性试点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1185855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400" b="1" i="0">
                <a:solidFill>
                  <a:srgbClr val="000000"/>
                </a:solidFill>
                <a:latin typeface="微软雅黑"/>
                <a:ea typeface="微软雅黑"/>
              </a:rPr>
              <a:t>试点方案与效果评价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17904"/>
            <a:ext cx="11185855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0000FF"/>
                </a:solidFill>
                <a:latin typeface="微软雅黑"/>
                <a:ea typeface="微软雅黑"/>
              </a:rPr>
              <a:t>结论:</a:t>
            </a:r>
            <a:r>
              <a:rPr sz="1200" b="0" i="0">
                <a:solidFill>
                  <a:srgbClr val="000000"/>
                </a:solidFill>
                <a:latin typeface="微软雅黑"/>
                <a:ea typeface="微软雅黑"/>
              </a:rPr>
              <a:t>基于 okl 工具(参考 LLM Wiki 方法论),在 OH 中枢代码仓构建知识库;对代码中</a:t>
            </a:r>
            <a:r>
              <a:rPr sz="1200" b="1" i="0">
                <a:solidFill>
                  <a:srgbClr val="0000FF"/>
                </a:solidFill>
                <a:latin typeface="微软雅黑"/>
                <a:ea typeface="微软雅黑"/>
              </a:rPr>
              <a:t>无法映射的概念</a:t>
            </a:r>
            <a:r>
              <a:rPr sz="1200" b="0" i="0">
                <a:solidFill>
                  <a:srgbClr val="000000"/>
                </a:solidFill>
                <a:latin typeface="微软雅黑"/>
                <a:ea typeface="微软雅黑"/>
              </a:rPr>
              <a:t>,带知识库问答效果明显优于无知识库,回答更贴合设计文档。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84831"/>
            <a:ext cx="5455767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一、内容描述(做了什么)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以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okl 工具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(参考 LLM Wiki 方法论)为核心开展试点。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逆向分析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 存量代码与文档,提炼隐性知识;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正向投喂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 设计文档,补齐代码无法表达的概念;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在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OH 中枢代码仓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 内构建可检索、可问答的知识库。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084831"/>
            <a:ext cx="5455767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二、效果评价(主观)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对于代码中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无法映射的概念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:带知识库问答效果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明显优于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无知识库的情况;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回答问题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贴合设计文档中的概念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,概念解释更准确、更完整;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对于代码中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可直接推导的知识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:带/不带知识库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差距不大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。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总体判断:知识库在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补齐设计意图类概念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上价值最突出。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微软雅黑"/>
                <a:ea typeface="微软雅黑"/>
              </a:rPr>
              <a:t>第 1 页 / 共 2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微软雅黑"/>
                <a:ea typeface="微软雅黑"/>
              </a:rPr>
              <a:t>知识工程试点落地情况 —— Lite团队OH中枢特性试点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96112"/>
            <a:ext cx="11185855" cy="279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400" b="1" i="0">
                <a:solidFill>
                  <a:srgbClr val="000000"/>
                </a:solidFill>
                <a:latin typeface="微软雅黑"/>
                <a:ea typeface="微软雅黑"/>
              </a:rPr>
              <a:t>关键数据与下一步计划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576218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000" b="1" i="0">
                <a:solidFill>
                  <a:srgbClr val="0000FF"/>
                </a:solidFill>
                <a:latin typeface="微软雅黑"/>
                <a:ea typeface="微软雅黑"/>
              </a:rPr>
              <a:t>150 kloc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</a:rPr>
              <a:t>逆向分析代码规模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554480"/>
            <a:ext cx="3576218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000" b="1" i="0">
                <a:solidFill>
                  <a:srgbClr val="0000FF"/>
                </a:solidFill>
                <a:latin typeface="微软雅黑"/>
                <a:ea typeface="微软雅黑"/>
              </a:rPr>
              <a:t>4 + 69 篇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</a:rPr>
              <a:t>正向投喂:需求分析/功能设计 + 实现设计(MD)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2556" y="1554480"/>
            <a:ext cx="3576218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000" b="1" i="0">
                <a:solidFill>
                  <a:srgbClr val="0000FF"/>
                </a:solidFill>
                <a:latin typeface="微软雅黑"/>
                <a:ea typeface="微软雅黑"/>
              </a:rPr>
              <a:t>215 篇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000000"/>
                </a:solidFill>
                <a:latin typeface="微软雅黑"/>
                <a:ea typeface="微软雅黑"/>
              </a:rPr>
              <a:t>知识库摄取 Wiki 文档总数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6110459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三、摄取产出明细(共 215 篇)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流程页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154 篇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:包含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24 条流程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 的深挖子页;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子模块页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34 篇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全局页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10 篇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:业务域、契约、用例、架构;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仓级页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17 篇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:overview、架构、数据模型等补充。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投喂来源: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4 篇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 wxalm 需求分析与功能设计文档 +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69 篇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 实现设计(markdown)文档。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87699" y="2697480"/>
            <a:ext cx="4801075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0000"/>
                </a:solidFill>
                <a:latin typeface="微软雅黑"/>
                <a:ea typeface="微软雅黑"/>
              </a:rPr>
              <a:t>四、下一步计划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目录规整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:梳理知识库结构,提升可读性与检索效率;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引入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知识库测评问题集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,量化评估问答质量;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• 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在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新需求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中应用知识库</a:t>
            </a:r>
            <a:r>
              <a:rPr sz="1100" b="1" i="0">
                <a:solidFill>
                  <a:srgbClr val="0000FF"/>
                </a:solidFill>
                <a:latin typeface="微软雅黑"/>
                <a:ea typeface="微软雅黑"/>
              </a:rPr>
              <a:t>辅助编码</a:t>
            </a:r>
            <a:r>
              <a:rPr sz="1100" b="0" i="0">
                <a:solidFill>
                  <a:srgbClr val="000000"/>
                </a:solidFill>
                <a:latin typeface="微软雅黑"/>
                <a:ea typeface="微软雅黑"/>
              </a:rPr>
              <a:t>,验证工程价值。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 b="0" i="0">
                <a:solidFill>
                  <a:srgbClr val="808080"/>
                </a:solidFill>
                <a:latin typeface="微软雅黑"/>
                <a:ea typeface="微软雅黑"/>
              </a:rPr>
              <a:t>第 2 页 / 共 2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